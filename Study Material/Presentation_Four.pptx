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022DE-1751-4CA8-B43F-07B54ADCAA81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B434C-E92B-41FD-949F-5072E88D1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690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757725-CA17-4DC3-9253-8D3257F5EA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Amity Business School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8553A5EE-643E-47D8-BADE-12E335222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91B37C-D23D-4044-A0D7-D278D601860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9EF66EC0-4FE1-46B6-BB18-0CA2B49577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31932C52-D9FE-40DA-9774-40F60EF278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409DC9-A089-4722-8000-92272C6647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81042-9518-4231-AAE2-043B2E8184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34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A13BB02-94A8-48F4-B0C7-B5406AF2341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6352F-0A61-457A-980E-5860C46A4C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827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83D122A-408B-4B40-A813-32B76215D4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0E676-E194-4F4A-8F98-7B24C69184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9998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D882D0-6168-4FC7-AC8F-87F5F197963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D449B-8C9B-4984-92A6-609FEC2BBF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038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D91BD-7E53-4980-91A9-D6A412CFFE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C2A10-7761-4A14-A9DD-0458255436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25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9C028DC-445C-4872-BC94-C3E3A22AFF8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71213-5958-4B8F-A8AD-3B0019ED4E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115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0AE6B09-C480-4770-938B-B8DB8792AF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DDFBB-12FE-46E3-98C0-B7E805BEC4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77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D18694-2930-4DFC-A2D6-371AA34249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4D983-0A47-4C1D-A1A6-C9FFACE56E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73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8B2D143-C6C6-441C-A7CC-B04F7EFB4A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DEEF8-EFD7-4915-83F1-B0C26C15D0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7093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2653E20-9C36-4006-8F84-36EF62310C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EDD3FF-6DF8-40DD-8260-25D872F19B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526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565898E-0377-44D6-8505-A04CD5E133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923B72-DBA9-4386-B9B2-CF530A5F58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16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8">
            <a:extLst>
              <a:ext uri="{FF2B5EF4-FFF2-40B4-BE49-F238E27FC236}">
                <a16:creationId xmlns:a16="http://schemas.microsoft.com/office/drawing/2014/main" id="{8DD331CD-3CC2-4545-A1C7-5967E17D19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65"/>
          <a:stretch>
            <a:fillRect/>
          </a:stretch>
        </p:blipFill>
        <p:spPr bwMode="auto">
          <a:xfrm>
            <a:off x="4234" y="3176"/>
            <a:ext cx="12183533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E7334223-A22B-47DD-94DD-5CEDF563636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65684" y="6400800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pPr>
              <a:defRPr/>
            </a:pPr>
            <a:fld id="{53561B15-1A3D-461A-B5C8-49D0E702FB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BDAD07AA-78E0-4D75-9E8E-46038CABD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09600"/>
            <a:ext cx="3556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600" b="1">
                <a:solidFill>
                  <a:schemeClr val="accent2"/>
                </a:solidFill>
              </a:rPr>
              <a:t>ASET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81C173C7-EFF1-4620-8B4B-35F7536C7EF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51200" y="6705600"/>
            <a:ext cx="8940800" cy="152400"/>
          </a:xfrm>
          <a:prstGeom prst="rect">
            <a:avLst/>
          </a:prstGeom>
          <a:solidFill>
            <a:srgbClr val="F1B43B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04042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>
            <a:extLst>
              <a:ext uri="{FF2B5EF4-FFF2-40B4-BE49-F238E27FC236}">
                <a16:creationId xmlns:a16="http://schemas.microsoft.com/office/drawing/2014/main" id="{3B10630F-D468-4D6C-8FA0-578153121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9DD51B-8E24-4744-9B2E-C7780A325843}" type="slidenum"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653DC5CC-CD93-4F3A-848F-D64AB6F80DD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62200" y="1676401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4500" dirty="0">
                <a:solidFill>
                  <a:schemeClr val="tx1"/>
                </a:solidFill>
                <a:latin typeface="Times New Roman" panose="02020603050405020304" pitchFamily="18" charset="0"/>
              </a:rPr>
              <a:t>Data Structures Using C</a:t>
            </a:r>
            <a:br>
              <a:rPr lang="en-US" altLang="en-US" sz="4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Course Code: CSIT124</a:t>
            </a:r>
            <a:br>
              <a:rPr lang="en-US" altLang="en-US" sz="4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B. Tech. (CSE)</a:t>
            </a: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Module 1</a:t>
            </a: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			Dr. Sheenu Rizvi</a:t>
            </a: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			  Asst.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E0B326-5CF7-47A9-A23C-6B68FF80775D}"/>
              </a:ext>
            </a:extLst>
          </p:cNvPr>
          <p:cNvSpPr txBox="1"/>
          <p:nvPr/>
        </p:nvSpPr>
        <p:spPr>
          <a:xfrm>
            <a:off x="234612" y="1006674"/>
            <a:ext cx="8931965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2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WAP Enter a string and check whether it is palindrome or not</a:t>
            </a: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char str[20];</a:t>
            </a: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int </a:t>
            </a: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=0;</a:t>
            </a: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("enter sentence");</a:t>
            </a: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gets(str);</a:t>
            </a:r>
          </a:p>
          <a:p>
            <a:pPr>
              <a:spcAft>
                <a:spcPts val="1000"/>
              </a:spcAft>
            </a:pPr>
            <a:r>
              <a:rPr lang="en-IN" sz="2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for(</a:t>
            </a:r>
            <a:r>
              <a:rPr lang="en-IN" sz="2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=0;str[</a:t>
            </a:r>
            <a:r>
              <a:rPr lang="en-IN" sz="2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]!='\0';i++);</a:t>
            </a: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=i-1;</a:t>
            </a: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=0;</a:t>
            </a:r>
          </a:p>
        </p:txBody>
      </p:sp>
    </p:spTree>
    <p:extLst>
      <p:ext uri="{BB962C8B-B14F-4D97-AF65-F5344CB8AC3E}">
        <p14:creationId xmlns:p14="http://schemas.microsoft.com/office/powerpoint/2010/main" val="3173147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DD06B9-B63B-4438-B92E-956C4ECEB662}"/>
              </a:ext>
            </a:extLst>
          </p:cNvPr>
          <p:cNvSpPr txBox="1"/>
          <p:nvPr/>
        </p:nvSpPr>
        <p:spPr>
          <a:xfrm>
            <a:off x="79023" y="936978"/>
            <a:ext cx="914400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while(str[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]==str[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{   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if(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break;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if(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puts("palindrome");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else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puts("not palindrome");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341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F2B5D3-CF0E-48E2-BDC6-C915F79E59D7}"/>
              </a:ext>
            </a:extLst>
          </p:cNvPr>
          <p:cNvSpPr txBox="1"/>
          <p:nvPr/>
        </p:nvSpPr>
        <p:spPr>
          <a:xfrm>
            <a:off x="178168" y="1039560"/>
            <a:ext cx="8931965" cy="559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/* WAP to accept 10 integer from a user in a single dimension array and sort array in ascending order */</a:t>
            </a:r>
            <a:endParaRPr lang="en-IN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#include&lt;stdio.h&gt;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#include&lt;conio.h&gt;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clrscr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j,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[10],temp,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=0;i&lt;10;i++)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values %d  ",i+1);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("%d",&amp;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=0;i&lt;10;i++)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239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38A424-A32B-4476-9684-118067D6AD39}"/>
              </a:ext>
            </a:extLst>
          </p:cNvPr>
          <p:cNvSpPr txBox="1"/>
          <p:nvPr/>
        </p:nvSpPr>
        <p:spPr>
          <a:xfrm>
            <a:off x="121233" y="875625"/>
            <a:ext cx="9011478" cy="575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(j=0;j&lt;9;j++)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[j]&gt;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[j+1])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{temp=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[j];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[j]=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[j+1];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[j+1]=temp;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("array in ascending order  \n");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=0;i&lt;10;i++)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("%d \n",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95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C7860B-3238-4BA2-9092-7E7D50893446}"/>
              </a:ext>
            </a:extLst>
          </p:cNvPr>
          <p:cNvSpPr txBox="1"/>
          <p:nvPr/>
        </p:nvSpPr>
        <p:spPr>
          <a:xfrm>
            <a:off x="0" y="939432"/>
            <a:ext cx="9011478" cy="5678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W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  Enter two string and check they are equal or not</a:t>
            </a:r>
            <a:endParaRPr lang="en-IN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 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 str [10], str1[10], flag=1;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j, 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string");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gets(str);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gets(str1);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for(j=0, k=0;(str[j]!='\0'&amp;&amp; str1[k]!='\0');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j++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k++)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if((str[j]==str1[k])&amp;&amp;((str[j]!='\0')&amp;&amp;(str1[k]!='\0')))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flag=1;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012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287AEC-D419-48C2-9D7F-0B3F426144A8}"/>
              </a:ext>
            </a:extLst>
          </p:cNvPr>
          <p:cNvSpPr txBox="1"/>
          <p:nvPr/>
        </p:nvSpPr>
        <p:spPr>
          <a:xfrm>
            <a:off x="96693" y="493766"/>
            <a:ext cx="9024730" cy="6193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flag=0;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  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j=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strlen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(str);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k=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strlen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(str1);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("\n %d %d\n", j, k);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if((flag==1)&amp;&amp;(j==k))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puts("equal");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puts("not equal");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8024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F4476-4748-4503-A0C0-A2A423A228D7}"/>
              </a:ext>
            </a:extLst>
          </p:cNvPr>
          <p:cNvSpPr txBox="1"/>
          <p:nvPr/>
        </p:nvSpPr>
        <p:spPr>
          <a:xfrm>
            <a:off x="130559" y="936978"/>
            <a:ext cx="11688908" cy="5746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WAP enter 10 number and search number from keyboard, and check search number exist in array or not.*/</a:t>
            </a:r>
            <a:endParaRPr lang="en-IN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//    #define SIZE 10;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#include&lt;stdio.h&gt;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[10],flag=1;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serno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number");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=0;i&lt;10;i++)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("%d",&amp;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}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search number");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("%d",&amp;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serno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28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567274-5104-4937-9CA2-40D8E92F624F}"/>
              </a:ext>
            </a:extLst>
          </p:cNvPr>
          <p:cNvSpPr txBox="1"/>
          <p:nvPr/>
        </p:nvSpPr>
        <p:spPr>
          <a:xfrm>
            <a:off x="157554" y="894275"/>
            <a:ext cx="8918713" cy="574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for(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=0;i&lt;10;i++)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]==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serno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("\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nsearch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found successful\n\n");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("location of number %d and number is %d",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flag=0;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break;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}  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if(flag)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{     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("number not found");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}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8188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32F4F-2030-4F68-B5CC-D84E9FF0642A}"/>
              </a:ext>
            </a:extLst>
          </p:cNvPr>
          <p:cNvSpPr txBox="1"/>
          <p:nvPr/>
        </p:nvSpPr>
        <p:spPr>
          <a:xfrm>
            <a:off x="100128" y="989495"/>
            <a:ext cx="11708050" cy="5766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/*  WAP input two string from keyboard concatenate them and find length of combine string */</a:t>
            </a:r>
            <a:endParaRPr lang="en-IN" sz="1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#include&lt;stdio.h&gt;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void main()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{   char a[20],b[10];int k=0,l=0,j=0;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two string ");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("%s %s", &amp;a, &amp;b);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while (a[k]!='\0')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{k++;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}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l=k;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348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CBC75A-0132-425B-9E45-DC0310A75586}"/>
              </a:ext>
            </a:extLst>
          </p:cNvPr>
          <p:cNvSpPr txBox="1"/>
          <p:nvPr/>
        </p:nvSpPr>
        <p:spPr>
          <a:xfrm>
            <a:off x="543339" y="968882"/>
            <a:ext cx="8905461" cy="5357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while(b[j]!='\0')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{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a[k]=b[j];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j++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k++;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l++;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}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a[k]='\0';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("length of string %d \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n",l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puts(a);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714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04B326-B98E-49FE-84E0-8042247E6C04}"/>
              </a:ext>
            </a:extLst>
          </p:cNvPr>
          <p:cNvSpPr txBox="1"/>
          <p:nvPr/>
        </p:nvSpPr>
        <p:spPr>
          <a:xfrm>
            <a:off x="272406" y="911946"/>
            <a:ext cx="8905461" cy="5634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WAP enter two string and store one after another into third large string</a:t>
            </a:r>
            <a:endParaRPr lang="en-IN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#include&lt;conio.h&gt;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 str1[10], str2[10], str3[30];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two string");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gets(str1);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gets(str2);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=0, j=0;str1[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]!='\0';i++,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j++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str3[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]=str1[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246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8B9E0B-E120-401A-B867-6D690EC2A33D}"/>
              </a:ext>
            </a:extLst>
          </p:cNvPr>
          <p:cNvSpPr txBox="1"/>
          <p:nvPr/>
        </p:nvSpPr>
        <p:spPr>
          <a:xfrm>
            <a:off x="238049" y="1025008"/>
            <a:ext cx="8984974" cy="4807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=0;str2[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]!='\0';i++,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j++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str3[j]=str2[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];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str3[j]='\0';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puts(str3);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(“length %d”, j);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getch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3756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F74B51-AB95-4A7D-9181-F6D2B42914CE}"/>
              </a:ext>
            </a:extLst>
          </p:cNvPr>
          <p:cNvSpPr txBox="1"/>
          <p:nvPr/>
        </p:nvSpPr>
        <p:spPr>
          <a:xfrm>
            <a:off x="275841" y="921272"/>
            <a:ext cx="8958470" cy="575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WAP enter two string and check they are equal or not</a:t>
            </a:r>
            <a:endParaRPr lang="en-IN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 ()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char str [10], str1[10], flag=1;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j, k;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("enter string");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gets(str);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gets(str1);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(j=0, k=0;(str[j]!='\0'&amp;&amp; str1[k]!='\0');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j++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,k++)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if((str[j]==str1[k])&amp;&amp;((str[j]!='\0')&amp;&amp;(str1[k]!='\0’)))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flag=1; }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214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B3ADC4-DB91-4F48-AD33-413C59CDB2CC}"/>
              </a:ext>
            </a:extLst>
          </p:cNvPr>
          <p:cNvSpPr txBox="1"/>
          <p:nvPr/>
        </p:nvSpPr>
        <p:spPr>
          <a:xfrm>
            <a:off x="160989" y="853047"/>
            <a:ext cx="8971722" cy="575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flag=0;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j=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strlen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(str);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k=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strlen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(str1);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("\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n%d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%d\n", j, k);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if((flag==1) &amp;&amp;(j==k))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puts("equal");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puts ("not equal");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75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72BCA4-1557-4380-B289-DC8C881B389C}"/>
              </a:ext>
            </a:extLst>
          </p:cNvPr>
          <p:cNvSpPr txBox="1"/>
          <p:nvPr/>
        </p:nvSpPr>
        <p:spPr>
          <a:xfrm>
            <a:off x="106998" y="911947"/>
            <a:ext cx="8878957" cy="575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WAP enter a number 786 and display seven eight six</a:t>
            </a:r>
            <a:endParaRPr lang="en-IN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#include&lt;conio.h&gt;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 ()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int a, b[10],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clrscr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("Enter a Number:-");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("%d", &amp;a);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 (a&gt;0)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b[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]=a%10;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a=a/10;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=i+1;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17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4C0406-C61F-436E-B87C-E924CE5465AD}"/>
              </a:ext>
            </a:extLst>
          </p:cNvPr>
          <p:cNvSpPr txBox="1"/>
          <p:nvPr/>
        </p:nvSpPr>
        <p:spPr>
          <a:xfrm>
            <a:off x="0" y="922745"/>
            <a:ext cx="9435548" cy="574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("%d",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=i-1;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&gt;=0)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switch(b[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1:	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("ONE");	break;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2:	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("TWO");	break;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3:	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("THREE");	break;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4:	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("FOUR");	break;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5:	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("FIVE");	break;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6:	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("SIX");	break;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7:	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("SEVEN");	break;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819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539665-16E5-47AF-A764-1487BFC1E41A}"/>
              </a:ext>
            </a:extLst>
          </p:cNvPr>
          <p:cNvSpPr txBox="1"/>
          <p:nvPr/>
        </p:nvSpPr>
        <p:spPr>
          <a:xfrm>
            <a:off x="379896" y="1275153"/>
            <a:ext cx="6096000" cy="3518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8:	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("EIGHT");	break;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9:	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("NINE");	break;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0:	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("ZERO");	break;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=i-1;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getch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7102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AA82F5-7E7A-45AB-8A19-EA13E1833541}"/>
              </a:ext>
            </a:extLst>
          </p:cNvPr>
          <p:cNvSpPr txBox="1"/>
          <p:nvPr/>
        </p:nvSpPr>
        <p:spPr>
          <a:xfrm>
            <a:off x="475115" y="986960"/>
            <a:ext cx="6096000" cy="575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WAP to find number of words in a sentence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#include&lt;conio.h&gt;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char line[80],c;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=0,word=0;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clrscr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line of text\n");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gets(line);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while((c=line[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++]) !='\0’)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 if(c==' 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++word;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055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F6BCAD-6261-4014-A934-21DE47AA1658}"/>
              </a:ext>
            </a:extLst>
          </p:cNvPr>
          <p:cNvSpPr txBox="1"/>
          <p:nvPr/>
        </p:nvSpPr>
        <p:spPr>
          <a:xfrm>
            <a:off x="548739" y="1526860"/>
            <a:ext cx="6096000" cy="262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++word;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("number  of word  %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d",word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getch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return(0);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257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A34DAA-902A-4568-87D7-63E0E7D7D628}"/>
              </a:ext>
            </a:extLst>
          </p:cNvPr>
          <p:cNvSpPr txBox="1"/>
          <p:nvPr/>
        </p:nvSpPr>
        <p:spPr>
          <a:xfrm>
            <a:off x="371061" y="908019"/>
            <a:ext cx="10962983" cy="575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/* WAP input 10 numbers between 90 to 100 and find frequency of the inputted numbers from keyboard */</a:t>
            </a:r>
            <a:endParaRPr lang="en-IN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#include&lt;stdio.h&gt;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#include&lt;conio.h&gt;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=0, count=90,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[10];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clrscr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10  number  between 90 to 100 \n 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&lt;10)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("%d",&amp;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++; 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48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93B798-667C-4E60-864F-2ED39236D151}"/>
              </a:ext>
            </a:extLst>
          </p:cNvPr>
          <p:cNvSpPr txBox="1"/>
          <p:nvPr/>
        </p:nvSpPr>
        <p:spPr>
          <a:xfrm>
            <a:off x="315598" y="1105848"/>
            <a:ext cx="8918713" cy="575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while(count&lt;100)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&lt;10)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]==count)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=freq+1;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++; 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("frequency of %d  = %d  times  \n", count,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count=count+1;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929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110441-023F-47C8-A744-47D62EF2C98C}"/>
              </a:ext>
            </a:extLst>
          </p:cNvPr>
          <p:cNvSpPr/>
          <p:nvPr/>
        </p:nvSpPr>
        <p:spPr>
          <a:xfrm>
            <a:off x="4272426" y="2967335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9853426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1639</Words>
  <Application>Microsoft Office PowerPoint</Application>
  <PresentationFormat>Widescreen</PresentationFormat>
  <Paragraphs>253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Default Design</vt:lpstr>
      <vt:lpstr>Data Structures Using C Course Code: CSIT124 B. Tech. (CSE) Module 1     Dr. Sheenu Rizvi      Asst. Professor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srizvi@amity.edu</dc:creator>
  <cp:lastModifiedBy>Dr. Sheenu Rizvi</cp:lastModifiedBy>
  <cp:revision>15</cp:revision>
  <dcterms:created xsi:type="dcterms:W3CDTF">2020-07-27T02:25:32Z</dcterms:created>
  <dcterms:modified xsi:type="dcterms:W3CDTF">2021-07-27T11:32:20Z</dcterms:modified>
</cp:coreProperties>
</file>